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Bahnschrift SemiBold" panose="020B0502040204020203" pitchFamily="34" charset="0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lus Jakarta Sans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07073"/>
            <a:ext cx="714375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207073"/>
            <a:ext cx="7143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76550" y="4483298"/>
            <a:ext cx="9525" cy="381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355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488852"/>
            <a:ext cx="10626328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CloudMind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92673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Deep Learning Telemetry, Unsupervised Anomaly Detection, and Power BI Enterprise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026890"/>
            <a:ext cx="5679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END-TO-END CLOUD INTELLIGENCE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3298"/>
            <a:ext cx="2547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64273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Scikit-Learn Isolation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4675" y="4483298"/>
            <a:ext cx="1833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INTERFACE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4675" y="4664273"/>
            <a:ext cx="1833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E2E8F0"/>
                </a:solidFill>
                <a:latin typeface="Plus Jakarta Sans"/>
              </a:rPr>
              <a:t>Streamlit</a:t>
            </a:r>
            <a:r>
              <a:rPr sz="1200" b="1" i="0" u="none" dirty="0">
                <a:solidFill>
                  <a:srgbClr val="E2E8F0"/>
                </a:solidFill>
                <a:latin typeface="Plus Jakarta Sans"/>
              </a:rPr>
              <a:t> + 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212" y="5507534"/>
            <a:ext cx="3028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Kushal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Mayank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H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Shashank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T</a:t>
            </a:r>
            <a:endParaRPr lang="en-IN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51538" y="5573434"/>
            <a:ext cx="2859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 the guidance of: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Prof.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Gargi</a:t>
            </a:r>
            <a:r>
              <a:rPr lang="en-IN" dirty="0" smtClean="0">
                <a:solidFill>
                  <a:schemeClr val="bg1"/>
                </a:solidFill>
              </a:rPr>
              <a:t> N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Prof.</a:t>
            </a:r>
            <a:r>
              <a:rPr lang="en-IN" dirty="0" smtClean="0">
                <a:solidFill>
                  <a:schemeClr val="bg1"/>
                </a:solidFill>
              </a:rPr>
              <a:t>  </a:t>
            </a:r>
            <a:r>
              <a:rPr lang="en-IN" dirty="0" err="1" smtClean="0">
                <a:solidFill>
                  <a:schemeClr val="bg1"/>
                </a:solidFill>
              </a:rPr>
              <a:t>Bhavani</a:t>
            </a:r>
            <a:r>
              <a:rPr lang="en-IN" dirty="0" smtClean="0">
                <a:solidFill>
                  <a:schemeClr val="bg1"/>
                </a:solidFill>
              </a:rPr>
              <a:t>  Soma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821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3821310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21310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21310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End-to-End System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Data Synthesizer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Simulates multi-VM CPU, RAM &amp; network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7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Unsupervised ML detects operational anomalies.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Streamlit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Interactive control center with live KPIs &amp;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07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07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Power BI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07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CSV pipeline feeds executive business intelligence.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01: DATA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Synthetic Telemetry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Sinusoidal Baselines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Simulates cyclical CPU loads across 12 servers using sine wave oscillations and Gaussian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Load Spikes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Injects controlled stress spikes on select servers to trigger threshold warnings and anomaly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Bounded Clipping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Ensures realistic percentage boundaries (0% to 100%) for CPU and RAM utilization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19291" y="3140273"/>
            <a:ext cx="6063108" cy="1533525"/>
          </a:xfrm>
          <a:prstGeom prst="roundRect">
            <a:avLst>
              <a:gd name="adj" fmla="val 99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478410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83083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4183260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02: 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Isolation Forest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59323"/>
            <a:ext cx="5660863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2563EB"/>
                </a:solidFill>
                <a:latin typeface="Plus Jakarta Sans"/>
              </a:rPr>
              <a:t>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59423"/>
            <a:ext cx="56608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Contamination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54698"/>
            <a:ext cx="462394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Unsupervised algorithm isolates outliers by measuring random partition path lengths.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0316" y="3454598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Multi-feature Input: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Evaluates CPU &amp; RAM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316" y="3807023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No Label Required: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Detects anomalies without historical training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316" y="4159448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Binary Flagging: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Outputs +1 (Normal) vs -1 (Anomaly).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03: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Streamlit Real-Time Control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Interactive VM Slicer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Sidebar controls allow instant drill-downs into specific server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Plotly Visualizations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Dynamic dark-mode trend lines plotting live CPU and RAM fluctuations.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508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Automated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Rule-based recommendation engine for scaling up or rightsizing.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04: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Enterprise Power BI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CSV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Exports structured telemetry and anomaly flags directly from Streamlit.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Executive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Aggregated cluster KPIs and donut charts depicting normal vs. anomaly ratios.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508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Cross-VM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Interactive slicers enabling deep drill-down analytics for viva reviews.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00500" y="4146202"/>
            <a:ext cx="4191000" cy="523875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 w="9525">
            <a:solidFill>
              <a:srgbClr val="28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43537" y="2187922"/>
            <a:ext cx="1304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1638" y="2511772"/>
            <a:ext cx="9788723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CloudMind Architecture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250852"/>
            <a:ext cx="7739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Successfully bridging Python machine learning analytics with enterprise Business Intelligence for intelligent cloud resource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9531" y="4308127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8EEFC"/>
                </a:solidFill>
                <a:latin typeface="Plus Jakarta Sans"/>
              </a:rPr>
              <a:t>Ready for Live Demonstration &amp;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345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Bahnschrift SemiBold</vt:lpstr>
      <vt:lpstr>Calibri</vt:lpstr>
      <vt:lpstr>Plus Jakarta Sans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India</cp:lastModifiedBy>
  <cp:revision>2</cp:revision>
  <dcterms:created xsi:type="dcterms:W3CDTF">2013-01-27T09:14:16Z</dcterms:created>
  <dcterms:modified xsi:type="dcterms:W3CDTF">2026-10-11T10:41:43Z</dcterms:modified>
  <cp:category/>
</cp:coreProperties>
</file>